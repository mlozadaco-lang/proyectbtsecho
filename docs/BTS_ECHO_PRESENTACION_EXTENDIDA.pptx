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Ingresos y Rentabilidad – BTS Echo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interactiva para fandoms K‑Pop</a:t>
            </a:r>
          </a:p>
          <a:p>
            <a:r>
              <a:t>Visión de negocio y estrategia de crecimiento.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Suscripción Premium (S/ 8 – 25)</a:t>
            </a:r>
          </a:p>
          <a:p>
            <a:r>
              <a:t>2. Cosméticos Digitales (S/ 3 – 15)</a:t>
            </a:r>
          </a:p>
          <a:p>
            <a:r>
              <a:t>3. Publicidad Ética (RPM S/ 0.50 – 1.50)</a:t>
            </a:r>
          </a:p>
          <a:p>
            <a:r>
              <a:t>4. Misiones Patrocinadas (S/ 100 – 400)</a:t>
            </a:r>
          </a:p>
          <a:p>
            <a:r>
              <a:t>5. Marketplace (Comisión 10–20%)</a:t>
            </a:r>
          </a:p>
          <a:p>
            <a:r>
              <a:t>6. Merchandising Digital (S/ 5 – 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Escenarios de Ingreso Mensual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Conservador (1,000 usuarios): S/ 1,831</a:t>
            </a:r>
          </a:p>
          <a:p>
            <a:r>
              <a:t>Realista (1,500–2,000 usuarios): S/ 2,500 – 4,282</a:t>
            </a:r>
          </a:p>
          <a:p>
            <a:r>
              <a:t>Aspiracional (5,000 usuarios): S/ 11,734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Lograr que BTS Echo Tenga Éxito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Conocer al público ARMY</a:t>
            </a:r>
          </a:p>
          <a:p>
            <a:r>
              <a:t>• Crear valor emocional (Memory Hub, Galaxy, logros)</a:t>
            </a:r>
          </a:p>
          <a:p>
            <a:r>
              <a:t>• Construir comunidad desde el día 1</a:t>
            </a:r>
          </a:p>
          <a:p>
            <a:r>
              <a:t>• Actualizaciones constantes</a:t>
            </a:r>
          </a:p>
          <a:p>
            <a:r>
              <a:t>• Crecimiento orgánico en TikTok/Reels</a:t>
            </a:r>
          </a:p>
          <a:p>
            <a:r>
              <a:t>• Alianzas con fanbases</a:t>
            </a:r>
          </a:p>
          <a:p>
            <a:r>
              <a:t>• Monetización suave</a:t>
            </a:r>
          </a:p>
          <a:p>
            <a:r>
              <a:t>• Expansión a otros fandoms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Estrategias de Crecimiento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Lanzamientos semanales de contenido</a:t>
            </a:r>
          </a:p>
          <a:p>
            <a:r>
              <a:t>• StoryVerse episódico</a:t>
            </a:r>
          </a:p>
          <a:p>
            <a:r>
              <a:t>• Eventos temporales</a:t>
            </a:r>
          </a:p>
          <a:p>
            <a:r>
              <a:t>• Nuevos cosméticos mensuales</a:t>
            </a:r>
          </a:p>
          <a:p>
            <a:r>
              <a:t>• Planet packs exclusivos</a:t>
            </a:r>
          </a:p>
          <a:p>
            <a:r>
              <a:t>• Activaciones con creadores de contenido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Proyección a 3 Años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Año 1: S/ 51,406 (crecimiento inicial)</a:t>
            </a:r>
          </a:p>
          <a:p>
            <a:r>
              <a:t>Año 2: S/ 72,000 – 78,000 (expansión)</a:t>
            </a:r>
          </a:p>
          <a:p>
            <a:r>
              <a:t>Año 3: S/ 140,000+ (multifandom)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BTS Echo es sostenible, escalable y con múltiples fuentes de ingresos.</a:t>
            </a:r>
          </a:p>
          <a:p>
            <a:r>
              <a:t>Con comunidad activa y contenido emocional, puede convertirse en el principal hub digital ARMY.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