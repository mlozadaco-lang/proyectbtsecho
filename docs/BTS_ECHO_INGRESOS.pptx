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Ingresos y Rentabilidad – BTS Echo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interactiva para fandoms K‑Pop</a:t>
            </a:r>
          </a:p>
          <a:p>
            <a:r>
              <a:t>Visión de negocio y análisis económico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Fuentes de Ingreso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Suscripción Premium (S/ 8 – S/ 25)</a:t>
            </a:r>
          </a:p>
          <a:p>
            <a:r>
              <a:t>2. Cosméticos Digitales (S/ 3 – S/ 15)</a:t>
            </a:r>
          </a:p>
          <a:p>
            <a:r>
              <a:t>3. Publicidad Ética (RPM S/ 0.50 – 1.50)</a:t>
            </a:r>
          </a:p>
          <a:p>
            <a:r>
              <a:t>4. Misiones Patrocinadas (S/ 100 – 400)</a:t>
            </a:r>
          </a:p>
          <a:p>
            <a:r>
              <a:t>5. Marketplace (Comisión 10–20%)</a:t>
            </a:r>
          </a:p>
          <a:p>
            <a:r>
              <a:t>6. Merchandising Digital (S/ 5 – 20)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Escenarios de Ingreso Mensual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Conservador (1,000 usuarios): S/ 1,831</a:t>
            </a:r>
          </a:p>
          <a:p>
            <a:r>
              <a:t>• Realista (2,000 usuarios): S/ 4,282</a:t>
            </a:r>
          </a:p>
          <a:p>
            <a:r>
              <a:t>• Optimista (5,000 usuarios): S/ 11,734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Proyección Anual (S/)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Conservador: S/ 22,002</a:t>
            </a:r>
          </a:p>
          <a:p>
            <a:r>
              <a:t>• Realista: S/ 51,406</a:t>
            </a:r>
          </a:p>
          <a:p>
            <a:r>
              <a:t>• Optimista: S/ 140,813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BTS Echo es rentable incluso con audiencias pequeñas.</a:t>
            </a:r>
          </a:p>
          <a:p>
            <a:r>
              <a:t>Con 2,000 usuarios, genera más de S/ 4,000 mensuales.</a:t>
            </a:r>
          </a:p>
          <a:p>
            <a:r>
              <a:t>Con expansión, puede superar S/ 140,000 anuales.</a:t>
            </a:r>
          </a:p>
          <a:p>
            <a:r>
              <a:t>Modelo escalable hacia otros fandoms.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