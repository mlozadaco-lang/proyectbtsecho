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Ingresos y Rentabilidad – BTS Echo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Plataforma interactiva para fandoms K-Pop</a:t>
            </a:r>
          </a:p>
          <a:p>
            <a:r>
              <a:t>Visión de negocio, costos y sostenibilidad.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Fuentes de Ingreso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Suscripción Premium (S/ 8 – 25)</a:t>
            </a:r>
          </a:p>
          <a:p>
            <a:r>
              <a:t>2. Cosméticos Digitales (S/ 3 – 15)</a:t>
            </a:r>
          </a:p>
          <a:p>
            <a:r>
              <a:t>3. Publicidad Ética (RPM S/ 0.50 – 1.50)</a:t>
            </a:r>
          </a:p>
          <a:p>
            <a:r>
              <a:t>4. Misiones Patrocinadas (S/ 100 – 400)</a:t>
            </a:r>
          </a:p>
          <a:p>
            <a:r>
              <a:t>5. Marketplace (Comisión 10–20%)</a:t>
            </a:r>
          </a:p>
          <a:p>
            <a:r>
              <a:t>6. Merchandising Digital (S/ 5 – 20)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Escenarios de Ingreso Mensual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Conservador (1,000 usuarios): S/ 1,831</a:t>
            </a:r>
          </a:p>
          <a:p>
            <a:r>
              <a:t>Realista (1,500–2,000 usuarios): S/ 2,500 – 4,282</a:t>
            </a:r>
          </a:p>
          <a:p>
            <a:r>
              <a:t>Aspiracional (5,000 usuarios): S/ 11,734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Costos Operativos (Negocio Real)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Escenario Inicial (Firebase / Hosting):</a:t>
            </a:r>
          </a:p>
          <a:p>
            <a:r>
              <a:t>• Base de datos: S/ 0 – 10</a:t>
            </a:r>
          </a:p>
          <a:p>
            <a:r>
              <a:t>• Storage imágenes: S/ 10 – 20</a:t>
            </a:r>
          </a:p>
          <a:p>
            <a:r>
              <a:t>• Hosting: S/ 0 – 20</a:t>
            </a:r>
          </a:p>
          <a:p>
            <a:r>
              <a:t>• Dominio anual: S/ 40 – 60</a:t>
            </a:r>
          </a:p>
          <a:p/>
          <a:p>
            <a:r>
              <a:t>Costo mensual estimado: S/ 10 – 30</a:t>
            </a:r>
          </a:p>
          <a:p>
            <a:r>
              <a:t>Costo anual estimado: S/ 120 – 360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Costos Escalados (Crecimiento)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Escenario Profesional:</a:t>
            </a:r>
          </a:p>
          <a:p>
            <a:r>
              <a:t>• Supabase/Firebase Pro: S/ 100 – 200</a:t>
            </a:r>
          </a:p>
          <a:p>
            <a:r>
              <a:t>• Storage alto: S/ 20 – 40</a:t>
            </a:r>
          </a:p>
          <a:p>
            <a:r>
              <a:t>• CDN: S/ 10 – 30</a:t>
            </a:r>
          </a:p>
          <a:p>
            <a:r>
              <a:t>Total mensual: S/ 150 – 450</a:t>
            </a:r>
          </a:p>
          <a:p/>
          <a:p>
            <a:r>
              <a:t>Escenario Masivo (20k+ usuarios):</a:t>
            </a:r>
          </a:p>
          <a:p>
            <a:r>
              <a:t>• Servidores dedicados / balanceo</a:t>
            </a:r>
          </a:p>
          <a:p>
            <a:r>
              <a:t>• Storage masivo</a:t>
            </a:r>
          </a:p>
          <a:p>
            <a:r>
              <a:t>• Costo mensual: S/ 1,500 – 4,000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Utilidad vs Costos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Ingreso realista: S/ 2,500 – 4,282</a:t>
            </a:r>
          </a:p>
          <a:p>
            <a:r>
              <a:t>Costo inicial: S/ 10 – 30</a:t>
            </a:r>
          </a:p>
          <a:p/>
          <a:p>
            <a:r>
              <a:t>Utilidad neta mensual: S/ 2,470 – 4,250</a:t>
            </a:r>
          </a:p>
          <a:p>
            <a:r>
              <a:t>Modelo altamente rentable y sostenible.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Bajo costo operativo + múltiples fuentes de ingreso</a:t>
            </a:r>
          </a:p>
          <a:p>
            <a:r>
              <a:t>→ BTS Echo es rentable desde el inicio.</a:t>
            </a:r>
          </a:p>
          <a:p>
            <a:r>
              <a:t>Escalable a miles de usuarios con costos controlados.</a:t>
            </a:r>
          </a:p>
          <a:p>
            <a:r>
              <a:t>Ideal como startup de fandom digital.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